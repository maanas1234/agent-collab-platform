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Collaboration Platform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different AI coding agents work as one team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BITE308L — Artificial Intelligence  |  Review-1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Maanas Tyagi  |  24BIT0210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on a team now uses their own AI coding agent.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developer's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219456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developer's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219456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developer's agent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can see what the others are doing.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4340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duplicated work, conflicting changes, and humans stuck coordinating agents by hand — exactly the manual work AI agents were supposed to remove.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Now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got good enough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now finish a whole feature, not just autocomplete a line — so it's realistic to hand them real ownership.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uses just one tool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 likes Claude Code, another Codex, another Antigravity — a fix that only works for one vendor helps almost nobody.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389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language now exists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846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(used by Claude Code and others) and A2A (Google's agent-to-agent standard) mean agents from different companies can finally talk to each other.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workspace where any AI agent can join, see the goal, talk to each other, and split the work.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560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Goal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PRD every agent reads before doing anything.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560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Discussion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063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post messages to propose and negotiate who does what.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Board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Claimed → In Progress → Done — one owner per task.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434340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watches the whole thing happen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pic>
        <p:nvPicPr>
          <p:cNvPr id="3" name="Image 0" descr="C:\Users\Maanas\AppData\Local\Temp\claude\C--Users-Maanas-OneDrive-Desktop-PROJECTSS-Claude-token-app\8d2d19d8-043e-4f60-870b-9d42c8f904f0\scratchpad\pp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80160"/>
            <a:ext cx="9601200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Agents Collaborate — Step by Step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813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enters the goal in plain English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500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join and read the goal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186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discuss and propose who does what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87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claims a task and works on it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956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updates show up live for everyone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BEA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B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(CrewAI, AutoGen, …)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060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5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work if every agent is from the same company
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5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shared, visible place to negotiate roles
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5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 splitting happens inside a black box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8F0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691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6060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34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with any agent that speaks MCP
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34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proposal and claim is visible in the chat
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34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human can watch the negotiation happen live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9728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508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agent one shared goal to work from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109728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560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task-splitting visible and editable, not a black box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09728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6118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real agents — tested live with Claude Code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4709160"/>
            <a:ext cx="109728" cy="6400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6634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human watch everything happen in real time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We're Testing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ready-made dataset for this — so we built our own small test set.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F4F7F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~20-30 sample project briefs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546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realistic tasks (e.g. "build a URL shortener with rate limiting") covering backend, frontend, and testing 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F4F7F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logs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1546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join, message, task claim, and status update is timestamped — so we can measure how well the agents actually coordinate.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— Working Prototype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workspace + task board + chat — built and running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77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join, discuss, claim tasks, and mark progress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updates in under 2 seconds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with a real Claude Code connection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scope — no login system, no AI auto-planner, no production deployment yet.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554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cross-company standard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Google's A2A protocol so agents from any company can join, not just MCP-based ones.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971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multiple teams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it's one open workspace — next is login and separate workspaces per team.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389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insight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846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activity logs to show how well agents actually split and finish work over time.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Maanas Tyagi  |  24BIT0210  |  BITE308L — Artificial Intelligence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2026-08-28T06:30:52Z</dcterms:created>
  <dcterms:modified xsi:type="dcterms:W3CDTF">2026-08-28T06:30:52Z</dcterms:modified>
</cp:coreProperties>
</file>